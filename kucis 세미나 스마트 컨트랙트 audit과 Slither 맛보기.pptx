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24384000" cy="13716000"/>
  <p:notesSz cx="6858000" cy="9144000"/>
  <p:embeddedFontLst>
    <p:embeddedFont>
      <p:font typeface="Pretendard Bold"/>
      <p:bold r:id="rId40"/>
    </p:embeddedFont>
    <p:embeddedFont>
      <p:font typeface="Pretendard Regular"/>
      <p:regular r:id="rId41"/>
    </p:embeddedFont>
    <p:embeddedFont>
      <p:font typeface="Pretendard ExtraBold"/>
      <p:bold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fonts/font1.fntdata" Type="http://schemas.openxmlformats.org/officeDocument/2006/relationships/font"/><Relationship Id="rId41" Target="fonts/font2.fntdata" Type="http://schemas.openxmlformats.org/officeDocument/2006/relationships/font"/><Relationship Id="rId42" Target="fonts/font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13" Target="../media/image21.png" Type="http://schemas.openxmlformats.org/officeDocument/2006/relationships/image"/><Relationship Id="rId14" Target="../media/image22.png" Type="http://schemas.openxmlformats.org/officeDocument/2006/relationships/image"/><Relationship Id="rId15" Target="../media/image23.png" Type="http://schemas.openxmlformats.org/officeDocument/2006/relationships/image"/><Relationship Id="rId16" Target="../media/image24.png" Type="http://schemas.openxmlformats.org/officeDocument/2006/relationships/image"/><Relationship Id="rId17" Target="../media/image25.png" Type="http://schemas.openxmlformats.org/officeDocument/2006/relationships/image"/><Relationship Id="rId18" Target="../media/image26.png" Type="http://schemas.openxmlformats.org/officeDocument/2006/relationships/image"/><Relationship Id="rId19" Target="../media/image27.png" Type="http://schemas.openxmlformats.org/officeDocument/2006/relationships/image"/><Relationship Id="rId2" Target="../media/image10.png" Type="http://schemas.openxmlformats.org/officeDocument/2006/relationships/image"/><Relationship Id="rId20" Target="../media/image28.png" Type="http://schemas.openxmlformats.org/officeDocument/2006/relationships/image"/><Relationship Id="rId21" Target="../media/image29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3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9.png" Type="http://schemas.openxmlformats.org/officeDocument/2006/relationships/image"/><Relationship Id="rId7" Target="../media/image40.png" Type="http://schemas.openxmlformats.org/officeDocument/2006/relationships/image"/><Relationship Id="rId8" Target="../media/image41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png" Type="http://schemas.openxmlformats.org/officeDocument/2006/relationships/image"/><Relationship Id="rId12" Target="../media/image55.png" Type="http://schemas.openxmlformats.org/officeDocument/2006/relationships/image"/><Relationship Id="rId13" Target="../media/image56.png" Type="http://schemas.openxmlformats.org/officeDocument/2006/relationships/image"/><Relationship Id="rId14" Target="../media/image57.png" Type="http://schemas.openxmlformats.org/officeDocument/2006/relationships/image"/><Relationship Id="rId15" Target="../media/image35.png" Type="http://schemas.openxmlformats.org/officeDocument/2006/relationships/image"/><Relationship Id="rId2" Target="../media/image45.pn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36.pn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Relationship Id="rId6" Target="../media/image61.png" Type="http://schemas.openxmlformats.org/officeDocument/2006/relationships/image"/><Relationship Id="rId7" Target="../media/image62.png" Type="http://schemas.openxmlformats.org/officeDocument/2006/relationships/image"/><Relationship Id="rId8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63.png" Type="http://schemas.openxmlformats.org/officeDocument/2006/relationships/image"/><Relationship Id="rId3" Target="../media/image36.png" Type="http://schemas.openxmlformats.org/officeDocument/2006/relationships/image"/><Relationship Id="rId4" Target="../media/image64.png" Type="http://schemas.openxmlformats.org/officeDocument/2006/relationships/image"/><Relationship Id="rId5" Target="../media/image65.png" Type="http://schemas.openxmlformats.org/officeDocument/2006/relationships/image"/><Relationship Id="rId6" Target="../media/image66.png" Type="http://schemas.openxmlformats.org/officeDocument/2006/relationships/image"/><Relationship Id="rId7" Target="../media/image60.png" Type="http://schemas.openxmlformats.org/officeDocument/2006/relationships/image"/><Relationship Id="rId8" Target="../media/image61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Relationship Id="rId3" Target="../media/image36.png" Type="http://schemas.openxmlformats.org/officeDocument/2006/relationships/image"/><Relationship Id="rId4" Target="../media/image64.png" Type="http://schemas.openxmlformats.org/officeDocument/2006/relationships/image"/><Relationship Id="rId5" Target="../media/image65.png" Type="http://schemas.openxmlformats.org/officeDocument/2006/relationships/image"/><Relationship Id="rId6" Target="../media/image68.png" Type="http://schemas.openxmlformats.org/officeDocument/2006/relationships/image"/><Relationship Id="rId7" Target="../media/image69.png" Type="http://schemas.openxmlformats.org/officeDocument/2006/relationships/image"/><Relationship Id="rId8" Target="../media/image62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70.png" Type="http://schemas.openxmlformats.org/officeDocument/2006/relationships/image"/><Relationship Id="rId4" Target="../media/image71.png" Type="http://schemas.openxmlformats.org/officeDocument/2006/relationships/image"/><Relationship Id="rId5" Target="../media/image72.png" Type="http://schemas.openxmlformats.org/officeDocument/2006/relationships/image"/><Relationship Id="rId6" Target="../media/image73.pn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74.png" Type="http://schemas.openxmlformats.org/officeDocument/2006/relationships/image"/><Relationship Id="rId3" Target="../media/image42.png" Type="http://schemas.openxmlformats.org/officeDocument/2006/relationships/image"/><Relationship Id="rId4" Target="../media/image75.png" Type="http://schemas.openxmlformats.org/officeDocument/2006/relationships/image"/><Relationship Id="rId5" Target="../media/image72.png" Type="http://schemas.openxmlformats.org/officeDocument/2006/relationships/image"/><Relationship Id="rId6" Target="../media/image76.png" Type="http://schemas.openxmlformats.org/officeDocument/2006/relationships/image"/><Relationship Id="rId7" Target="../media/image77.png" Type="http://schemas.openxmlformats.org/officeDocument/2006/relationships/image"/><Relationship Id="rId8" Target="../media/image78.pn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35.png" Type="http://schemas.openxmlformats.org/officeDocument/2006/relationships/image"/><Relationship Id="rId2" Target="../media/image58.png" Type="http://schemas.openxmlformats.org/officeDocument/2006/relationships/image"/><Relationship Id="rId3" Target="../media/image80.png" Type="http://schemas.openxmlformats.org/officeDocument/2006/relationships/image"/><Relationship Id="rId4" Target="../media/image75.png" Type="http://schemas.openxmlformats.org/officeDocument/2006/relationships/image"/><Relationship Id="rId5" Target="../media/image72.png" Type="http://schemas.openxmlformats.org/officeDocument/2006/relationships/image"/><Relationship Id="rId6" Target="../media/image81.png" Type="http://schemas.openxmlformats.org/officeDocument/2006/relationships/image"/><Relationship Id="rId7" Target="../media/image82.png" Type="http://schemas.openxmlformats.org/officeDocument/2006/relationships/image"/><Relationship Id="rId8" Target="../media/image78.png" Type="http://schemas.openxmlformats.org/officeDocument/2006/relationships/image"/><Relationship Id="rId9" Target="../media/image8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png" Type="http://schemas.openxmlformats.org/officeDocument/2006/relationships/image"/><Relationship Id="rId11" Target="../media/image90.png" Type="http://schemas.openxmlformats.org/officeDocument/2006/relationships/image"/><Relationship Id="rId12" Target="../media/image35.png" Type="http://schemas.openxmlformats.org/officeDocument/2006/relationships/image"/><Relationship Id="rId13" Target="../media/image91.png" Type="http://schemas.openxmlformats.org/officeDocument/2006/relationships/image"/><Relationship Id="rId14" Target="../media/image92.png" Type="http://schemas.openxmlformats.org/officeDocument/2006/relationships/image"/><Relationship Id="rId2" Target="../media/image2.png" Type="http://schemas.openxmlformats.org/officeDocument/2006/relationships/image"/><Relationship Id="rId3" Target="../media/image85.png" Type="http://schemas.openxmlformats.org/officeDocument/2006/relationships/image"/><Relationship Id="rId4" Target="../media/image75.png" Type="http://schemas.openxmlformats.org/officeDocument/2006/relationships/image"/><Relationship Id="rId5" Target="../media/image72.png" Type="http://schemas.openxmlformats.org/officeDocument/2006/relationships/image"/><Relationship Id="rId6" Target="../media/image86.png" Type="http://schemas.openxmlformats.org/officeDocument/2006/relationships/image"/><Relationship Id="rId7" Target="../media/image77.png" Type="http://schemas.openxmlformats.org/officeDocument/2006/relationships/image"/><Relationship Id="rId8" Target="../media/image87.png" Type="http://schemas.openxmlformats.org/officeDocument/2006/relationships/image"/><Relationship Id="rId9" Target="../media/image8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36.png" Type="http://schemas.openxmlformats.org/officeDocument/2006/relationships/image"/><Relationship Id="rId4" Target="../media/image93.png" Type="http://schemas.openxmlformats.org/officeDocument/2006/relationships/image"/><Relationship Id="rId5" Target="../media/image94.png" Type="http://schemas.openxmlformats.org/officeDocument/2006/relationships/image"/><Relationship Id="rId6" Target="../media/image95.pn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11" Target="../media/image35.png" Type="http://schemas.openxmlformats.org/officeDocument/2006/relationships/image"/><Relationship Id="rId2" Target="../media/image63.png" Type="http://schemas.openxmlformats.org/officeDocument/2006/relationships/image"/><Relationship Id="rId3" Target="../media/image36.png" Type="http://schemas.openxmlformats.org/officeDocument/2006/relationships/image"/><Relationship Id="rId4" Target="../media/image93.png" Type="http://schemas.openxmlformats.org/officeDocument/2006/relationships/image"/><Relationship Id="rId5" Target="../media/image94.png" Type="http://schemas.openxmlformats.org/officeDocument/2006/relationships/image"/><Relationship Id="rId6" Target="../media/image96.png" Type="http://schemas.openxmlformats.org/officeDocument/2006/relationships/image"/><Relationship Id="rId7" Target="../media/image97.png" Type="http://schemas.openxmlformats.org/officeDocument/2006/relationships/image"/><Relationship Id="rId8" Target="../media/image98.png" Type="http://schemas.openxmlformats.org/officeDocument/2006/relationships/image"/><Relationship Id="rId9" Target="../media/image9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11" Target="../media/image101.png" Type="http://schemas.openxmlformats.org/officeDocument/2006/relationships/image"/><Relationship Id="rId12" Target="../media/image35.png" Type="http://schemas.openxmlformats.org/officeDocument/2006/relationships/image"/><Relationship Id="rId2" Target="../media/image74.png" Type="http://schemas.openxmlformats.org/officeDocument/2006/relationships/image"/><Relationship Id="rId3" Target="../media/image36.png" Type="http://schemas.openxmlformats.org/officeDocument/2006/relationships/image"/><Relationship Id="rId4" Target="../media/image93.png" Type="http://schemas.openxmlformats.org/officeDocument/2006/relationships/image"/><Relationship Id="rId5" Target="../media/image94.png" Type="http://schemas.openxmlformats.org/officeDocument/2006/relationships/image"/><Relationship Id="rId6" Target="../media/image96.png" Type="http://schemas.openxmlformats.org/officeDocument/2006/relationships/image"/><Relationship Id="rId7" Target="../media/image100.png" Type="http://schemas.openxmlformats.org/officeDocument/2006/relationships/image"/><Relationship Id="rId8" Target="../media/image98.png" Type="http://schemas.openxmlformats.org/officeDocument/2006/relationships/image"/><Relationship Id="rId9" Target="../media/image9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2.png" Type="http://schemas.openxmlformats.org/officeDocument/2006/relationships/image"/><Relationship Id="rId3" Target="../media/image30.png" Type="http://schemas.openxmlformats.org/officeDocument/2006/relationships/image"/><Relationship Id="rId4" Target="../media/image103.png" Type="http://schemas.openxmlformats.org/officeDocument/2006/relationships/image"/><Relationship Id="rId5" Target="../media/image104.png" Type="http://schemas.openxmlformats.org/officeDocument/2006/relationships/image"/><Relationship Id="rId6" Target="../media/image95.pn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36.png" Type="http://schemas.openxmlformats.org/officeDocument/2006/relationships/image"/><Relationship Id="rId4" Target="../media/image103.png" Type="http://schemas.openxmlformats.org/officeDocument/2006/relationships/image"/><Relationship Id="rId5" Target="../media/image104.png" Type="http://schemas.openxmlformats.org/officeDocument/2006/relationships/image"/><Relationship Id="rId6" Target="../media/image105.png" Type="http://schemas.openxmlformats.org/officeDocument/2006/relationships/image"/><Relationship Id="rId7" Target="../media/image106.png" Type="http://schemas.openxmlformats.org/officeDocument/2006/relationships/image"/><Relationship Id="rId8" Target="../media/image95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107.png" Type="http://schemas.openxmlformats.org/officeDocument/2006/relationships/image"/><Relationship Id="rId4" Target="../media/image103.png" Type="http://schemas.openxmlformats.org/officeDocument/2006/relationships/image"/><Relationship Id="rId5" Target="../media/image104.png" Type="http://schemas.openxmlformats.org/officeDocument/2006/relationships/image"/><Relationship Id="rId6" Target="../media/image108.png" Type="http://schemas.openxmlformats.org/officeDocument/2006/relationships/image"/><Relationship Id="rId7" Target="../media/image109.png" Type="http://schemas.openxmlformats.org/officeDocument/2006/relationships/image"/><Relationship Id="rId8" Target="../media/image95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36.png" Type="http://schemas.openxmlformats.org/officeDocument/2006/relationships/image"/><Relationship Id="rId4" Target="../media/image103.png" Type="http://schemas.openxmlformats.org/officeDocument/2006/relationships/image"/><Relationship Id="rId5" Target="../media/image104.png" Type="http://schemas.openxmlformats.org/officeDocument/2006/relationships/image"/><Relationship Id="rId6" Target="../media/image110.png" Type="http://schemas.openxmlformats.org/officeDocument/2006/relationships/image"/><Relationship Id="rId7" Target="../media/image111.png" Type="http://schemas.openxmlformats.org/officeDocument/2006/relationships/image"/><Relationship Id="rId8" Target="../media/image95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Relationship Id="rId3" Target="../media/image36.png" Type="http://schemas.openxmlformats.org/officeDocument/2006/relationships/image"/><Relationship Id="rId4" Target="../media/image103.png" Type="http://schemas.openxmlformats.org/officeDocument/2006/relationships/image"/><Relationship Id="rId5" Target="../media/image104.png" Type="http://schemas.openxmlformats.org/officeDocument/2006/relationships/image"/><Relationship Id="rId6" Target="../media/image112.png" Type="http://schemas.openxmlformats.org/officeDocument/2006/relationships/image"/><Relationship Id="rId7" Target="../media/image113.png" Type="http://schemas.openxmlformats.org/officeDocument/2006/relationships/image"/><Relationship Id="rId8" Target="../media/image95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3.png" Type="http://schemas.openxmlformats.org/officeDocument/2006/relationships/image"/><Relationship Id="rId3" Target="../media/image104.png" Type="http://schemas.openxmlformats.org/officeDocument/2006/relationships/image"/><Relationship Id="rId4" Target="../media/image58.png" Type="http://schemas.openxmlformats.org/officeDocument/2006/relationships/image"/><Relationship Id="rId5" Target="../media/image36.png" Type="http://schemas.openxmlformats.org/officeDocument/2006/relationships/image"/><Relationship Id="rId6" Target="../media/image114.png" Type="http://schemas.openxmlformats.org/officeDocument/2006/relationships/image"/><Relationship Id="rId7" Target="../media/image115.png" Type="http://schemas.openxmlformats.org/officeDocument/2006/relationships/image"/><Relationship Id="rId8" Target="../media/image95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36.png" Type="http://schemas.openxmlformats.org/officeDocument/2006/relationships/image"/><Relationship Id="rId4" Target="../media/image116.png" Type="http://schemas.openxmlformats.org/officeDocument/2006/relationships/image"/><Relationship Id="rId5" Target="../media/image117.png" Type="http://schemas.openxmlformats.org/officeDocument/2006/relationships/image"/><Relationship Id="rId6" Target="../media/image118.pn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36.png" Type="http://schemas.openxmlformats.org/officeDocument/2006/relationships/image"/><Relationship Id="rId4" Target="../media/image119.png" Type="http://schemas.openxmlformats.org/officeDocument/2006/relationships/image"/><Relationship Id="rId5" Target="../media/image120.png" Type="http://schemas.openxmlformats.org/officeDocument/2006/relationships/image"/><Relationship Id="rId6" Target="../media/image118.pn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6.png" Type="http://schemas.openxmlformats.org/officeDocument/2006/relationships/image"/><Relationship Id="rId11" Target="../media/image127.png" Type="http://schemas.openxmlformats.org/officeDocument/2006/relationships/image"/><Relationship Id="rId12" Target="../media/image128.png" Type="http://schemas.openxmlformats.org/officeDocument/2006/relationships/image"/><Relationship Id="rId13" Target="../media/image35.png" Type="http://schemas.openxmlformats.org/officeDocument/2006/relationships/image"/><Relationship Id="rId2" Target="../media/image58.png" Type="http://schemas.openxmlformats.org/officeDocument/2006/relationships/image"/><Relationship Id="rId3" Target="../media/image36.png" Type="http://schemas.openxmlformats.org/officeDocument/2006/relationships/image"/><Relationship Id="rId4" Target="../media/image121.png" Type="http://schemas.openxmlformats.org/officeDocument/2006/relationships/image"/><Relationship Id="rId5" Target="../media/image122.png" Type="http://schemas.openxmlformats.org/officeDocument/2006/relationships/image"/><Relationship Id="rId6" Target="../media/image123.png" Type="http://schemas.openxmlformats.org/officeDocument/2006/relationships/image"/><Relationship Id="rId7" Target="../media/image124.png" Type="http://schemas.openxmlformats.org/officeDocument/2006/relationships/image"/><Relationship Id="rId8" Target="../media/image125.png" Type="http://schemas.openxmlformats.org/officeDocument/2006/relationships/image"/><Relationship Id="rId9" Target="../media/image11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6.png" Type="http://schemas.openxmlformats.org/officeDocument/2006/relationships/image"/><Relationship Id="rId11" Target="../media/image127.png" Type="http://schemas.openxmlformats.org/officeDocument/2006/relationships/image"/><Relationship Id="rId12" Target="../media/image128.png" Type="http://schemas.openxmlformats.org/officeDocument/2006/relationships/image"/><Relationship Id="rId13" Target="../media/image35.png" Type="http://schemas.openxmlformats.org/officeDocument/2006/relationships/image"/><Relationship Id="rId2" Target="../media/image129.png" Type="http://schemas.openxmlformats.org/officeDocument/2006/relationships/image"/><Relationship Id="rId3" Target="../media/image130.png" Type="http://schemas.openxmlformats.org/officeDocument/2006/relationships/image"/><Relationship Id="rId4" Target="../media/image121.png" Type="http://schemas.openxmlformats.org/officeDocument/2006/relationships/image"/><Relationship Id="rId5" Target="../media/image122.png" Type="http://schemas.openxmlformats.org/officeDocument/2006/relationships/image"/><Relationship Id="rId6" Target="../media/image123.png" Type="http://schemas.openxmlformats.org/officeDocument/2006/relationships/image"/><Relationship Id="rId7" Target="../media/image124.png" Type="http://schemas.openxmlformats.org/officeDocument/2006/relationships/image"/><Relationship Id="rId8" Target="../media/image131.png" Type="http://schemas.openxmlformats.org/officeDocument/2006/relationships/image"/><Relationship Id="rId9" Target="../media/image11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6.png" Type="http://schemas.openxmlformats.org/officeDocument/2006/relationships/image"/><Relationship Id="rId11" Target="../media/image127.png" Type="http://schemas.openxmlformats.org/officeDocument/2006/relationships/image"/><Relationship Id="rId12" Target="../media/image128.png" Type="http://schemas.openxmlformats.org/officeDocument/2006/relationships/image"/><Relationship Id="rId13" Target="../media/image135.png" Type="http://schemas.openxmlformats.org/officeDocument/2006/relationships/image"/><Relationship Id="rId14" Target="../media/image35.png" Type="http://schemas.openxmlformats.org/officeDocument/2006/relationships/image"/><Relationship Id="rId2" Target="../media/image132.png" Type="http://schemas.openxmlformats.org/officeDocument/2006/relationships/image"/><Relationship Id="rId3" Target="../media/image133.png" Type="http://schemas.openxmlformats.org/officeDocument/2006/relationships/image"/><Relationship Id="rId4" Target="../media/image121.png" Type="http://schemas.openxmlformats.org/officeDocument/2006/relationships/image"/><Relationship Id="rId5" Target="../media/image134.png" Type="http://schemas.openxmlformats.org/officeDocument/2006/relationships/image"/><Relationship Id="rId6" Target="../media/image123.png" Type="http://schemas.openxmlformats.org/officeDocument/2006/relationships/image"/><Relationship Id="rId7" Target="../media/image124.png" Type="http://schemas.openxmlformats.org/officeDocument/2006/relationships/image"/><Relationship Id="rId8" Target="../media/image131.png" Type="http://schemas.openxmlformats.org/officeDocument/2006/relationships/image"/><Relationship Id="rId9" Target="../media/image11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36.png" Type="http://schemas.openxmlformats.org/officeDocument/2006/relationships/image"/><Relationship Id="rId4" Target="../media/image136.png" Type="http://schemas.openxmlformats.org/officeDocument/2006/relationships/image"/><Relationship Id="rId5" Target="../media/image137.png" Type="http://schemas.openxmlformats.org/officeDocument/2006/relationships/image"/><Relationship Id="rId6" Target="../media/image118.pn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42.png" Type="http://schemas.openxmlformats.org/officeDocument/2006/relationships/image"/><Relationship Id="rId4" Target="../media/image118.png" Type="http://schemas.openxmlformats.org/officeDocument/2006/relationships/image"/><Relationship Id="rId5" Target="../media/image138.png" Type="http://schemas.openxmlformats.org/officeDocument/2006/relationships/image"/><Relationship Id="rId6" Target="../media/image139.png" Type="http://schemas.openxmlformats.org/officeDocument/2006/relationships/image"/><Relationship Id="rId7" Target="../media/image140.png" Type="http://schemas.openxmlformats.org/officeDocument/2006/relationships/image"/><Relationship Id="rId8" Target="../media/image141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107.png" Type="http://schemas.openxmlformats.org/officeDocument/2006/relationships/image"/><Relationship Id="rId4" Target="../media/image142.png" Type="http://schemas.openxmlformats.org/officeDocument/2006/relationships/image"/><Relationship Id="rId5" Target="../media/image118.png" Type="http://schemas.openxmlformats.org/officeDocument/2006/relationships/image"/><Relationship Id="rId6" Target="../media/image143.png" Type="http://schemas.openxmlformats.org/officeDocument/2006/relationships/image"/><Relationship Id="rId7" Target="../media/image144.png" Type="http://schemas.openxmlformats.org/officeDocument/2006/relationships/image"/><Relationship Id="rId8" Target="../media/image35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36.png" Type="http://schemas.openxmlformats.org/officeDocument/2006/relationships/image"/><Relationship Id="rId4" Target="../media/image145.png" Type="http://schemas.openxmlformats.org/officeDocument/2006/relationships/image"/><Relationship Id="rId5" Target="../media/image146.png" Type="http://schemas.openxmlformats.org/officeDocument/2006/relationships/image"/><Relationship Id="rId6" Target="../media/image118.png" Type="http://schemas.openxmlformats.org/officeDocument/2006/relationships/image"/><Relationship Id="rId7" Target="../media/image147.png" Type="http://schemas.openxmlformats.org/officeDocument/2006/relationships/image"/><Relationship Id="rId8" Target="../media/image35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58.png" Type="http://schemas.openxmlformats.org/officeDocument/2006/relationships/image"/><Relationship Id="rId3" Target="../media/image36.png" Type="http://schemas.openxmlformats.org/officeDocument/2006/relationships/image"/><Relationship Id="rId4" Target="../media/image148.png" Type="http://schemas.openxmlformats.org/officeDocument/2006/relationships/image"/><Relationship Id="rId5" Target="../media/image118.png" Type="http://schemas.openxmlformats.org/officeDocument/2006/relationships/image"/><Relationship Id="rId6" Target="../media/image149.png" Type="http://schemas.openxmlformats.org/officeDocument/2006/relationships/image"/><Relationship Id="rId7" Target="../media/image150.png" Type="http://schemas.openxmlformats.org/officeDocument/2006/relationships/image"/><Relationship Id="rId8" Target="../media/image151.png" Type="http://schemas.openxmlformats.org/officeDocument/2006/relationships/image"/><Relationship Id="rId9" Target="../media/image152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1.png" Type="http://schemas.openxmlformats.org/officeDocument/2006/relationships/image"/><Relationship Id="rId11" Target="../media/image162.png" Type="http://schemas.openxmlformats.org/officeDocument/2006/relationships/image"/><Relationship Id="rId12" Target="../media/image163.png" Type="http://schemas.openxmlformats.org/officeDocument/2006/relationships/image"/><Relationship Id="rId13" Target="../media/image35.png" Type="http://schemas.openxmlformats.org/officeDocument/2006/relationships/image"/><Relationship Id="rId2" Target="../media/image153.png" Type="http://schemas.openxmlformats.org/officeDocument/2006/relationships/image"/><Relationship Id="rId3" Target="../media/image154.png" Type="http://schemas.openxmlformats.org/officeDocument/2006/relationships/image"/><Relationship Id="rId4" Target="../media/image155.png" Type="http://schemas.openxmlformats.org/officeDocument/2006/relationships/image"/><Relationship Id="rId5" Target="../media/image156.png" Type="http://schemas.openxmlformats.org/officeDocument/2006/relationships/image"/><Relationship Id="rId6" Target="../media/image157.png" Type="http://schemas.openxmlformats.org/officeDocument/2006/relationships/image"/><Relationship Id="rId7" Target="../media/image158.png" Type="http://schemas.openxmlformats.org/officeDocument/2006/relationships/image"/><Relationship Id="rId8" Target="../media/image159.png" Type="http://schemas.openxmlformats.org/officeDocument/2006/relationships/image"/><Relationship Id="rId9" Target="../media/image160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36.png" Type="http://schemas.openxmlformats.org/officeDocument/2006/relationships/image"/><Relationship Id="rId4" Target="../media/image164.png" Type="http://schemas.openxmlformats.org/officeDocument/2006/relationships/image"/><Relationship Id="rId5" Target="../media/image8.png" Type="http://schemas.openxmlformats.org/officeDocument/2006/relationships/image"/><Relationship Id="rId6" Target="../media/image165.png" Type="http://schemas.openxmlformats.org/officeDocument/2006/relationships/image"/><Relationship Id="rId7" Target="../media/image16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 rot="0">
            <a:off x="13487400" y="5575300"/>
            <a:ext cx="14960600" cy="14084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8953500" y="-115824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6832600" y="6718300"/>
            <a:ext cx="13754100" cy="33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62100" y="3073400"/>
            <a:ext cx="16281400" cy="2247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62100" y="5143500"/>
            <a:ext cx="13017500" cy="224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62100" y="11671300"/>
            <a:ext cx="6489700" cy="266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62100" y="12192000"/>
            <a:ext cx="5740400" cy="266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62100" y="7480300"/>
            <a:ext cx="10223500" cy="622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486900" y="5321300"/>
            <a:ext cx="5778500" cy="1854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 rot="0">
            <a:off x="-5384800" y="6032500"/>
            <a:ext cx="14960600" cy="14084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255000" y="0"/>
            <a:ext cx="14808200" cy="13716000"/>
          </a:xfrm>
          <a:prstGeom prst="rect">
            <a:avLst/>
          </a:prstGeom>
          <a:effectLst>
            <a:outerShdw dir="5400000" dist="211015" blurRad="685800">
              <a:srgbClr val="000000">
                <a:alpha val="2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255000" y="0"/>
            <a:ext cx="127000" cy="1371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448800" y="2590800"/>
            <a:ext cx="736600" cy="736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448800" y="4229100"/>
            <a:ext cx="736600" cy="736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448800" y="5854700"/>
            <a:ext cx="736600" cy="73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48800" y="7493000"/>
            <a:ext cx="736600" cy="736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448800" y="9131300"/>
            <a:ext cx="736600" cy="736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48800" y="10756900"/>
            <a:ext cx="736600" cy="736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09700" y="1219200"/>
            <a:ext cx="6134100" cy="2921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566400" y="2654300"/>
            <a:ext cx="10566400" cy="609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575800" y="2628900"/>
            <a:ext cx="482600" cy="660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575800" y="4267200"/>
            <a:ext cx="482600" cy="660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575800" y="5892800"/>
            <a:ext cx="482600" cy="660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575800" y="7531100"/>
            <a:ext cx="482600" cy="660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575800" y="9169400"/>
            <a:ext cx="482600" cy="660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9575800" y="10795000"/>
            <a:ext cx="482600" cy="660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566400" y="4318000"/>
            <a:ext cx="4737100" cy="546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0566400" y="5918200"/>
            <a:ext cx="8636000" cy="609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566400" y="7556500"/>
            <a:ext cx="8636000" cy="609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566400" y="9220200"/>
            <a:ext cx="4203700" cy="5461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0566400" y="10820400"/>
            <a:ext cx="74803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 rot="6120000">
            <a:off x="16598900" y="-92075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31900" y="5156200"/>
            <a:ext cx="127000" cy="3594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328400" y="6604000"/>
            <a:ext cx="11430000" cy="5803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2171700"/>
            <a:ext cx="10312400" cy="2844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85900" y="5295900"/>
            <a:ext cx="9550400" cy="336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 rot="6120000">
            <a:off x="16598900" y="-92075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31900" y="5156200"/>
            <a:ext cx="127000" cy="3594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328400" y="6604000"/>
            <a:ext cx="11430000" cy="5803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2171700"/>
            <a:ext cx="10312400" cy="2844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85900" y="5295900"/>
            <a:ext cx="9550400" cy="336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544300" y="11506200"/>
            <a:ext cx="13601700" cy="673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951200" y="7340600"/>
            <a:ext cx="13601700" cy="67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8000"/>
          </a:blip>
          <a:stretch>
            <a:fillRect/>
          </a:stretch>
        </p:blipFill>
        <p:spPr>
          <a:xfrm rot="6120000">
            <a:off x="16598900" y="-92075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31900" y="5156200"/>
            <a:ext cx="127000" cy="3594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328400" y="6604000"/>
            <a:ext cx="11430000" cy="5803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2171700"/>
            <a:ext cx="10312400" cy="2844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85900" y="5295900"/>
            <a:ext cx="9550400" cy="3365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544300" y="11506200"/>
            <a:ext cx="13601700" cy="673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951200" y="7340600"/>
            <a:ext cx="13601700" cy="67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715000" y="2692400"/>
            <a:ext cx="12954000" cy="8331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44600" y="2044700"/>
            <a:ext cx="21882100" cy="1422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31900" y="4102100"/>
            <a:ext cx="21818600" cy="8458200"/>
          </a:xfrm>
          <a:prstGeom prst="rect">
            <a:avLst/>
          </a:prstGeom>
          <a:effectLst>
            <a:outerShdw dir="5400000" dist="130174" blurRad="423066">
              <a:srgbClr val="000000">
                <a:alpha val="20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66900" y="6515100"/>
            <a:ext cx="3175000" cy="673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032500" y="4851400"/>
            <a:ext cx="5803900" cy="965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058900" y="4851400"/>
            <a:ext cx="5803900" cy="965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66900" y="8674100"/>
            <a:ext cx="12700" cy="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879600" y="10248900"/>
            <a:ext cx="1638300" cy="67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032500" y="6413500"/>
            <a:ext cx="5803900" cy="901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032500" y="8229600"/>
            <a:ext cx="5803900" cy="901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032500" y="10134600"/>
            <a:ext cx="5803900" cy="901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160500" y="6413500"/>
            <a:ext cx="5803900" cy="901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198600" y="7848600"/>
            <a:ext cx="5803900" cy="1663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160500" y="10134600"/>
            <a:ext cx="5803900" cy="901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709400" y="3860800"/>
            <a:ext cx="4381500" cy="1676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598900" y="4241800"/>
            <a:ext cx="4114800" cy="4114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988800" y="7239000"/>
            <a:ext cx="5118100" cy="403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-2959100" y="2222500"/>
            <a:ext cx="21882100" cy="142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14700" y="9537700"/>
            <a:ext cx="6934200" cy="673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66900" y="4178300"/>
            <a:ext cx="9842500" cy="537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709400" y="3860800"/>
            <a:ext cx="4381500" cy="1676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598900" y="4241800"/>
            <a:ext cx="4114800" cy="411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988800" y="7239000"/>
            <a:ext cx="5118100" cy="403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2959100" y="2222500"/>
            <a:ext cx="21882100" cy="1422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14700" y="9537700"/>
            <a:ext cx="6934200" cy="673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66900" y="4178300"/>
            <a:ext cx="9842500" cy="537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709400" y="6184900"/>
            <a:ext cx="10312400" cy="1320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709400" y="7366000"/>
            <a:ext cx="11036300" cy="2019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2959100" y="2222500"/>
            <a:ext cx="21882100" cy="142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3898900"/>
            <a:ext cx="20739100" cy="336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3479800" y="2222500"/>
            <a:ext cx="21882100" cy="142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85900" y="7759700"/>
            <a:ext cx="14325600" cy="3238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3898900"/>
            <a:ext cx="20739100" cy="1346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3479800" y="2222500"/>
            <a:ext cx="21882100" cy="142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85900" y="5397500"/>
            <a:ext cx="13335000" cy="2921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610600" y="7861300"/>
            <a:ext cx="13779500" cy="4140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087100" y="5956300"/>
            <a:ext cx="13601700" cy="67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19200" y="9829800"/>
            <a:ext cx="13601700" cy="673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3898900"/>
            <a:ext cx="20739100" cy="1346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3479800" y="2222500"/>
            <a:ext cx="21882100" cy="142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85900" y="5397500"/>
            <a:ext cx="13335000" cy="2921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610600" y="7861300"/>
            <a:ext cx="13779500" cy="4140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087100" y="5956300"/>
            <a:ext cx="13601700" cy="67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19200" y="9829800"/>
            <a:ext cx="13601700" cy="673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010400" y="7747000"/>
            <a:ext cx="13601700" cy="1346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3898900"/>
            <a:ext cx="20739100" cy="1346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3479800" y="2222500"/>
            <a:ext cx="21882100" cy="142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85900" y="5397500"/>
            <a:ext cx="13335000" cy="2921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610600" y="7861300"/>
            <a:ext cx="13779500" cy="4140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652500" y="7010400"/>
            <a:ext cx="13601700" cy="67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203700" y="10160000"/>
            <a:ext cx="13601700" cy="1346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6985000"/>
            <a:ext cx="11176000" cy="762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610600" y="10160000"/>
            <a:ext cx="6210300" cy="1244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968500" y="6299200"/>
            <a:ext cx="22999700" cy="609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5049500" y="10121900"/>
            <a:ext cx="229997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4279900"/>
            <a:ext cx="5600700" cy="673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85900" y="5130800"/>
            <a:ext cx="4902200" cy="673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4864100" y="2222500"/>
            <a:ext cx="21882100" cy="142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66900" y="4267200"/>
            <a:ext cx="5600700" cy="673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66900" y="5130800"/>
            <a:ext cx="4902200" cy="673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32000" y="6273800"/>
            <a:ext cx="19304000" cy="3327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875000" y="9753600"/>
            <a:ext cx="5283200" cy="673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357600" y="10426700"/>
            <a:ext cx="4800600" cy="67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769100" y="5168900"/>
            <a:ext cx="13601700" cy="1346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4864100" y="2222500"/>
            <a:ext cx="21882100" cy="1422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66900" y="4267200"/>
            <a:ext cx="5600700" cy="673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66900" y="5130800"/>
            <a:ext cx="4902200" cy="673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32000" y="6273800"/>
            <a:ext cx="19304000" cy="3327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875000" y="10134600"/>
            <a:ext cx="5283200" cy="673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357600" y="10807700"/>
            <a:ext cx="4800600" cy="67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769100" y="5168900"/>
            <a:ext cx="13601700" cy="1346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4864100" y="2222500"/>
            <a:ext cx="21882100" cy="1422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76400" y="9271000"/>
            <a:ext cx="19913600" cy="2298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699000" y="3708400"/>
            <a:ext cx="5334000" cy="64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699000" y="4419600"/>
            <a:ext cx="15328900" cy="7391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4864100" y="2222500"/>
            <a:ext cx="21882100" cy="142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699000" y="3708400"/>
            <a:ext cx="5334000" cy="64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699000" y="4419600"/>
            <a:ext cx="15328900" cy="7391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21200" y="4572000"/>
            <a:ext cx="5486400" cy="76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033000" y="4953000"/>
            <a:ext cx="14884400" cy="1346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4864100" y="2222500"/>
            <a:ext cx="21882100" cy="142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699000" y="3708400"/>
            <a:ext cx="5334000" cy="64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699000" y="4419600"/>
            <a:ext cx="15328900" cy="7391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257800" y="4787900"/>
            <a:ext cx="7696200" cy="1054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988800" y="5842000"/>
            <a:ext cx="14884400" cy="403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4864100" y="2222500"/>
            <a:ext cx="21882100" cy="142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699000" y="3708400"/>
            <a:ext cx="5334000" cy="64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699000" y="4419600"/>
            <a:ext cx="15328900" cy="7391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97500" y="5359400"/>
            <a:ext cx="7137400" cy="1104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50800" y="5575300"/>
            <a:ext cx="14884400" cy="673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4864100" y="2222500"/>
            <a:ext cx="21882100" cy="142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699000" y="3708400"/>
            <a:ext cx="5334000" cy="64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699000" y="4419600"/>
            <a:ext cx="15328900" cy="7391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229100" y="9512300"/>
            <a:ext cx="12280900" cy="850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941800" y="9512300"/>
            <a:ext cx="14884400" cy="673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4864100" y="2222500"/>
            <a:ext cx="21882100" cy="142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699000" y="3708400"/>
            <a:ext cx="5334000" cy="647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699000" y="4419600"/>
            <a:ext cx="15328900" cy="7391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709400" y="3136900"/>
            <a:ext cx="10680700" cy="8864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709400" y="2374900"/>
            <a:ext cx="14884400" cy="673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-4864100" y="2222500"/>
            <a:ext cx="21882100" cy="142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390900" y="3797300"/>
            <a:ext cx="10769600" cy="7747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709400" y="6858000"/>
            <a:ext cx="14884400" cy="1346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3810000" y="2374900"/>
            <a:ext cx="21882100" cy="142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866900" y="4089400"/>
            <a:ext cx="16090900" cy="7035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052300" y="6642100"/>
            <a:ext cx="14884400" cy="673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3810000" y="2374900"/>
            <a:ext cx="21882100" cy="142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3822700"/>
            <a:ext cx="7543800" cy="1346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65500" y="4673600"/>
            <a:ext cx="16967200" cy="681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921000" y="4495800"/>
            <a:ext cx="15481300" cy="774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114800" y="5613400"/>
            <a:ext cx="15481300" cy="774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14800" y="7696200"/>
            <a:ext cx="15481300" cy="149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836400" y="10414000"/>
            <a:ext cx="13766800" cy="647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3810000" y="2374900"/>
            <a:ext cx="21882100" cy="1422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029700" y="4546600"/>
            <a:ext cx="13741400" cy="622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44100" y="6172200"/>
            <a:ext cx="137414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668000" y="7404100"/>
            <a:ext cx="13741400" cy="622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3822700"/>
            <a:ext cx="7543800" cy="1346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65500" y="4673600"/>
            <a:ext cx="16967200" cy="681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921000" y="4495800"/>
            <a:ext cx="15481300" cy="774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114800" y="5613400"/>
            <a:ext cx="15481300" cy="774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14800" y="7696200"/>
            <a:ext cx="15481300" cy="149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849100" y="10426700"/>
            <a:ext cx="13741400" cy="2489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3810000" y="2374900"/>
            <a:ext cx="21882100" cy="1422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029700" y="4546600"/>
            <a:ext cx="13741400" cy="622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44100" y="6172200"/>
            <a:ext cx="137414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668000" y="7404100"/>
            <a:ext cx="13741400" cy="622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3822700"/>
            <a:ext cx="7543800" cy="1346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365500" y="4673600"/>
            <a:ext cx="16967200" cy="6819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921000" y="4495800"/>
            <a:ext cx="15481300" cy="774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114800" y="5613400"/>
            <a:ext cx="15481300" cy="774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114800" y="7696200"/>
            <a:ext cx="15481300" cy="149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849100" y="10426700"/>
            <a:ext cx="13741400" cy="2489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-3810000" y="2374900"/>
            <a:ext cx="21882100" cy="1422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029700" y="4546600"/>
            <a:ext cx="13741400" cy="622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44100" y="6172200"/>
            <a:ext cx="137414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668000" y="7404100"/>
            <a:ext cx="13741400" cy="622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108700" y="2946400"/>
            <a:ext cx="12331700" cy="8864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4813300"/>
            <a:ext cx="22098000" cy="5384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125700" y="9855200"/>
            <a:ext cx="13601700" cy="673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3810000" y="2374900"/>
            <a:ext cx="21882100" cy="142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810000" y="2374900"/>
            <a:ext cx="21882100" cy="1422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87400" y="4140200"/>
            <a:ext cx="21132800" cy="6731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972800" y="10274300"/>
            <a:ext cx="13601700" cy="1346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279900" y="7505700"/>
            <a:ext cx="11214100" cy="1384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279900" y="8890000"/>
            <a:ext cx="11734800" cy="1384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80600" y="9182100"/>
            <a:ext cx="13601700" cy="2019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3810000" y="2374900"/>
            <a:ext cx="21882100" cy="142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30300" y="4140200"/>
            <a:ext cx="21132800" cy="605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552700" y="6108700"/>
            <a:ext cx="8864600" cy="749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4089400"/>
            <a:ext cx="23596600" cy="471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378700" y="8470900"/>
            <a:ext cx="17373600" cy="2019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3810000" y="2374900"/>
            <a:ext cx="21882100" cy="142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552700" y="7289800"/>
            <a:ext cx="15875000" cy="838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51000" y="3962400"/>
            <a:ext cx="14884400" cy="7404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3810000" y="2374900"/>
            <a:ext cx="21882100" cy="142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588000" y="10426700"/>
            <a:ext cx="17373600" cy="673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30400" y="3898900"/>
            <a:ext cx="8229600" cy="749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162300" y="8661400"/>
            <a:ext cx="5397500" cy="749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695700" y="9296400"/>
            <a:ext cx="7086600" cy="749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31900" y="5118100"/>
            <a:ext cx="6883400" cy="5270500"/>
          </a:xfrm>
          <a:prstGeom prst="rect">
            <a:avLst/>
          </a:prstGeom>
          <a:effectLst>
            <a:outerShdw dir="5400000" dist="81102" blurRad="263582">
              <a:srgbClr val="000000">
                <a:alpha val="20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10100" y="1765300"/>
            <a:ext cx="127000" cy="6883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750300" y="5270500"/>
            <a:ext cx="6883400" cy="5118100"/>
          </a:xfrm>
          <a:prstGeom prst="rect">
            <a:avLst/>
          </a:prstGeom>
          <a:effectLst>
            <a:outerShdw dir="5400000" dist="78772" blurRad="256008">
              <a:srgbClr val="000000">
                <a:alpha val="2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28500" y="1765300"/>
            <a:ext cx="127000" cy="6883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281400" y="5207000"/>
            <a:ext cx="6883400" cy="5181600"/>
          </a:xfrm>
          <a:prstGeom prst="rect">
            <a:avLst/>
          </a:prstGeom>
          <a:effectLst>
            <a:outerShdw dir="5400000" dist="79749" blurRad="259183">
              <a:srgbClr val="000000">
                <a:alpha val="20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9659600" y="1765300"/>
            <a:ext cx="127000" cy="6883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44600" y="2806700"/>
            <a:ext cx="21882100" cy="142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17700" y="7772400"/>
            <a:ext cx="5473700" cy="1892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17700" y="5727700"/>
            <a:ext cx="5803900" cy="977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448800" y="8039100"/>
            <a:ext cx="5473700" cy="1358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448800" y="5727700"/>
            <a:ext cx="5803900" cy="977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979900" y="7772400"/>
            <a:ext cx="5473700" cy="1892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979900" y="5727700"/>
            <a:ext cx="5803900" cy="977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725400" y="939800"/>
            <a:ext cx="10223500" cy="6223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6F6F6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rot="0">
            <a:off x="-5588000" y="6299200"/>
            <a:ext cx="14147800" cy="13322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 rot="6120000">
            <a:off x="16408400" y="-10350500"/>
            <a:ext cx="14147800" cy="1332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85900" y="2146300"/>
            <a:ext cx="15786100" cy="2501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85900" y="1803400"/>
            <a:ext cx="10223500" cy="6223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272000" y="6858000"/>
            <a:ext cx="5486400" cy="5486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272000" y="5956300"/>
            <a:ext cx="5461000" cy="673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